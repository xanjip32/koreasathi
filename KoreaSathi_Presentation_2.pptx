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"/>
            <a:ext cx="1828800" cy="1828800"/>
          </a:xfrm>
          <a:prstGeom prst="ellipse">
            <a:avLst/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731520"/>
            <a:ext cx="1280160" cy="1280160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005840"/>
            <a:ext cx="731520" cy="731520"/>
          </a:xfrm>
          <a:prstGeom prst="ellipse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6949440" y="301752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502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6E8F7"/>
                </a:solidFill>
              </a:rPr>
              <a:t>🇳🇵  →  🇰🇷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91440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KoreaSathi</a:t>
            </a:r>
            <a:endParaRPr lang="en-US" sz="6000" dirty="0"/>
          </a:p>
        </p:txBody>
      </p:sp>
      <p:sp>
        <p:nvSpPr>
          <p:cNvPr id="10" name="Shape 7"/>
          <p:cNvSpPr/>
          <p:nvPr/>
        </p:nvSpPr>
        <p:spPr>
          <a:xfrm>
            <a:off x="365760" y="1874520"/>
            <a:ext cx="21945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0116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Ultimate Student Hub for Korea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65760" y="26974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7A94"/>
                </a:solidFill>
              </a:rPr>
              <a:t>Empowering Nepali students in South Korea with verified information,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7A94"/>
                </a:solidFill>
              </a:rPr>
              <a:t>guides, and community support — 100% free &amp; open-source.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37160" y="470916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94"/>
                </a:solidFill>
              </a:rPr>
              <a:t>Comprehensive Project Presentation  ·  Free &amp; Open Source  ·  Built for Students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70432" y="1005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C3D"/>
                </a:solidFill>
              </a:rPr>
              <a:t>Project Overview &amp; Mission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54864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03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70432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C3D"/>
                </a:solidFill>
              </a:rPr>
              <a:t>The Problem We Solve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00400"/>
            <a:ext cx="54864" cy="822960"/>
          </a:xfrm>
          <a:prstGeom prst="rect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004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B8C"/>
                </a:solidFill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70432" y="32004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C3D"/>
                </a:solidFill>
              </a:rPr>
              <a:t>Core Features &amp; Resources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800600" y="100584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005840"/>
            <a:ext cx="54864" cy="82296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0058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28"/>
                </a:solidFill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13832" y="1005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C3D"/>
                </a:solidFill>
              </a:rPr>
              <a:t>Technical Architecture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800600" y="21031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103120"/>
            <a:ext cx="54864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103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13832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C3D"/>
                </a:solidFill>
              </a:rPr>
              <a:t>Future Roadmap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800600" y="32004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200400"/>
            <a:ext cx="54864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2004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13832" y="32004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C3D"/>
                </a:solidFill>
              </a:rPr>
              <a:t>Sustainability &amp; Vision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  |  Project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D6E8F7"/>
                </a:solidFill>
              </a:rPr>
              <a:t>KoreaSathi is a FREE and OPEN-SOURCE centralized platform</a:t>
            </a:r>
            <a:endParaRPr lang="en-US" sz="17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D6E8F7"/>
                </a:solidFill>
              </a:rPr>
              <a:t>for Nepali students living in South Korea.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2240280"/>
            <a:ext cx="1920240" cy="24688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231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Accessible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3456432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8F7"/>
                </a:solidFill>
              </a:rPr>
              <a:t>100% free forever.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8F7"/>
                </a:solidFill>
              </a:rPr>
              <a:t>No paywalls, no fees.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68880" y="2240280"/>
            <a:ext cx="1920240" cy="2468880"/>
          </a:xfrm>
          <a:prstGeom prst="rect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4231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6888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Reliable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468880" y="3456432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8F7"/>
                </a:solidFill>
              </a:rPr>
              <a:t>Verified guides from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8F7"/>
                </a:solidFill>
              </a:rPr>
              <a:t>embassy resources.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0" y="2240280"/>
            <a:ext cx="1920240" cy="2468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4231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7200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Community-Driven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72000" y="3456432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8F7"/>
                </a:solidFill>
              </a:rPr>
              <a:t>Built by students,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8F7"/>
                </a:solidFill>
              </a:rPr>
              <a:t>for students.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675120" y="2240280"/>
            <a:ext cx="1920240" cy="2468880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42316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7512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Transparent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675120" y="3456432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8F7"/>
                </a:solidFill>
              </a:rPr>
              <a:t>Open-source.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6E8F7"/>
                </a:solidFill>
              </a:rPr>
              <a:t>Anyone can contribute.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A94"/>
                </a:solidFill>
              </a:rPr>
              <a:t>Vision: To become the primary digital companion for every Nepali student in Korea.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</a:rPr>
              <a:t>Mission &amp; Vision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023360" cy="3931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05156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060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Our Mission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94360" y="3182112"/>
            <a:ext cx="37490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6E8F7"/>
                </a:solidFill>
              </a:rPr>
              <a:t>To empower Nepali students in South Korea by providing easy access to verified information, resources, and community support throughout their entire journey — from visa application to career growth.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86868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54880" y="868680"/>
            <a:ext cx="64008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64608" y="86868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49240" y="914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Pre-Departure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349240" y="12527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4"/>
                </a:solidFill>
              </a:rPr>
              <a:t>Visa guidance, document prep in Nepal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182880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828800"/>
            <a:ext cx="64008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64608" y="182880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349240" y="1874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Arrival in Korea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49240" y="22128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4"/>
                </a:solidFill>
              </a:rPr>
              <a:t>Housing, registration, SIM card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54880" y="278892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54880" y="2788920"/>
            <a:ext cx="64008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64608" y="278892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49240" y="2834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Student Life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49240" y="31729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4"/>
                </a:solidFill>
              </a:rPr>
              <a:t>Part-time work permits, legal rights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54880" y="3749040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54880" y="3749040"/>
            <a:ext cx="64008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64608" y="37490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349240" y="3794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</a:rPr>
              <a:t>Career &amp; Growth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349240" y="41330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A94"/>
                </a:solidFill>
              </a:rPr>
              <a:t>Post-study pathways &amp; networking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  |  The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D6E8F7"/>
                </a:solidFill>
              </a:rPr>
              <a:t>Nepali students in South Korea face a serious knowledge gap that leads to stress, financial loss, and exploitation.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74320" y="1874520"/>
            <a:ext cx="2011680" cy="2880360"/>
          </a:xfrm>
          <a:prstGeom prst="rect">
            <a:avLst/>
          </a:prstGeom>
          <a:solidFill>
            <a:srgbClr val="2A0F0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011680"/>
            <a:ext cx="585216" cy="5852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031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#1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47472" y="2944368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Information Overload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65760" y="3493008"/>
            <a:ext cx="18288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0C0C0"/>
                </a:solidFill>
              </a:rPr>
              <a:t>Visa, housing &amp; work info is scattered across multiple Korean-language government sites and unverified social media groups.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23160" y="1874520"/>
            <a:ext cx="2011680" cy="2880360"/>
          </a:xfrm>
          <a:prstGeom prst="rect">
            <a:avLst/>
          </a:prstGeom>
          <a:solidFill>
            <a:srgbClr val="2A0F0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36392" y="2011680"/>
            <a:ext cx="585216" cy="5852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1031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2316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#2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496312" y="2944368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Misinformation &amp; Exploitation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2514600" y="3493008"/>
            <a:ext cx="18288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0C0C0"/>
                </a:solidFill>
              </a:rPr>
              <a:t>Without a trusted central source, students are vulnerable to unofficial consultants charging for free services.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572000" y="1874520"/>
            <a:ext cx="2011680" cy="2880360"/>
          </a:xfrm>
          <a:prstGeom prst="rect">
            <a:avLst/>
          </a:prstGeom>
          <a:solidFill>
            <a:srgbClr val="2A0F0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285232" y="2011680"/>
            <a:ext cx="585216" cy="5852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1031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7200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#3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645152" y="2944368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Language Barriers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663440" y="3493008"/>
            <a:ext cx="18288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0C0C0"/>
                </a:solidFill>
              </a:rPr>
              <a:t>Navigating official Korean portals like HiKorea is overwhelming for newcomers still learning the language.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720840" y="1874520"/>
            <a:ext cx="2011680" cy="2880360"/>
          </a:xfrm>
          <a:prstGeom prst="rect">
            <a:avLst/>
          </a:prstGeom>
          <a:solidFill>
            <a:srgbClr val="2A0F0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34072" y="2011680"/>
            <a:ext cx="585216" cy="5852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21031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2084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#4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793992" y="2944368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Cultural Adjustment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812280" y="3493008"/>
            <a:ext cx="18288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D0C0C0"/>
                </a:solidFill>
              </a:rPr>
              <a:t>Korean legal systems, labor laws, and housing market require specific local knowledge rarely covered in pre-departure briefings.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</a:rPr>
              <a:t>How KoreaSathi Bridges the Gap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3931920" cy="3931920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</a:rPr>
              <a:t>❌  Without KoreaSathi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A1A1A"/>
                </a:solidFill>
              </a:rPr>
              <a:t>Searching 10+ scattered websites in Korean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0756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A1A1A"/>
                </a:solidFill>
              </a:rPr>
              <a:t>Trusting unverified Facebook posts &amp; groups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6700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A1A1A"/>
                </a:solidFill>
              </a:rPr>
              <a:t>Paying informal consultants for free info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264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A1A1A"/>
                </a:solidFill>
              </a:rPr>
              <a:t>Missing deadlines due to outdated guides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8587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A1A1A"/>
                </a:solidFill>
              </a:rPr>
              <a:t>Feeling isolated with no support network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868680"/>
            <a:ext cx="3931920" cy="3931920"/>
          </a:xfrm>
          <a:prstGeom prst="rect">
            <a:avLst/>
          </a:prstGeom>
          <a:solidFill>
            <a:srgbClr val="F0FFF5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9601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6B3C"/>
                </a:solidFill>
              </a:rPr>
              <a:t>✅  With KoreaSathi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83480" y="14813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A3A20"/>
                </a:solidFill>
              </a:rPr>
              <a:t>One trusted platform with all key information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83480" y="20756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A3A20"/>
                </a:solidFill>
              </a:rPr>
              <a:t>Verified guides backed by embassy sources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83480" y="26700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A3A20"/>
                </a:solidFill>
              </a:rPr>
              <a:t>Free, direct guidance — no middlemen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83480" y="3264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A3A20"/>
                </a:solidFill>
              </a:rPr>
              <a:t>Up-to-date step-by-step procedures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83480" y="38587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A3A20"/>
                </a:solidFill>
              </a:rPr>
              <a:t>Vibrant student community &amp; support links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24528" y="2468880"/>
            <a:ext cx="69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3A5C"/>
                </a:solidFill>
              </a:rPr>
              <a:t>→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  |  Core Features — Student Guides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E8F7"/>
                </a:solidFill>
              </a:rPr>
              <a:t>6 comprehensive downloadable guides covering the full student lifecycle: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2651760" cy="1508760"/>
          </a:xfrm>
          <a:prstGeom prst="rect">
            <a:avLst/>
          </a:prstGeom>
          <a:solidFill>
            <a:srgbClr val="1A3A5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1709928"/>
            <a:ext cx="502920" cy="502920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773936"/>
            <a:ext cx="374904" cy="3749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33272" y="1728216"/>
            <a:ext cx="7132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272" y="172821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Visa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93192" y="224028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Visa Guide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93192" y="256946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A94"/>
                </a:solidFill>
              </a:rPr>
              <a:t>Nepal-to-Korea student visa handbook — document prep, embassy steps.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54680" y="1600200"/>
            <a:ext cx="2651760" cy="1508760"/>
          </a:xfrm>
          <a:prstGeom prst="rect">
            <a:avLst/>
          </a:prstGeom>
          <a:solidFill>
            <a:srgbClr val="1A3A5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64408" y="1709928"/>
            <a:ext cx="502920" cy="502920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1773936"/>
            <a:ext cx="374904" cy="37490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867912" y="1728216"/>
            <a:ext cx="7132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67912" y="172821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Housing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3227832" y="224028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Housing Guide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227832" y="256946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A94"/>
                </a:solidFill>
              </a:rPr>
              <a:t>Finding accommodation and understanding Korean rental contracts.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989320" y="1600200"/>
            <a:ext cx="2651760" cy="1508760"/>
          </a:xfrm>
          <a:prstGeom prst="rect">
            <a:avLst/>
          </a:prstGeom>
          <a:solidFill>
            <a:srgbClr val="1A3A5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99048" y="1709928"/>
            <a:ext cx="502920" cy="502920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773936"/>
            <a:ext cx="374904" cy="37490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702552" y="1728216"/>
            <a:ext cx="7132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702552" y="172821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Immigration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6062472" y="224028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Immigration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062472" y="256946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A94"/>
                </a:solidFill>
              </a:rPr>
              <a:t>Navigating HiKorea portal and residency requirements.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20040" y="3291840"/>
            <a:ext cx="2651760" cy="1508760"/>
          </a:xfrm>
          <a:prstGeom prst="rect">
            <a:avLst/>
          </a:prstGeom>
          <a:solidFill>
            <a:srgbClr val="1A3A5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29768" y="3401568"/>
            <a:ext cx="502920" cy="502920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3465576"/>
            <a:ext cx="374904" cy="37490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033272" y="3419856"/>
            <a:ext cx="7132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033272" y="34198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Support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393192" y="393192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Support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393192" y="426110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A94"/>
                </a:solidFill>
              </a:rPr>
              <a:t>Directory of student services and emergency contacts.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154680" y="3291840"/>
            <a:ext cx="2651760" cy="1508760"/>
          </a:xfrm>
          <a:prstGeom prst="rect">
            <a:avLst/>
          </a:prstGeom>
          <a:solidFill>
            <a:srgbClr val="1A3A5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264408" y="3401568"/>
            <a:ext cx="502920" cy="502920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416" y="3465576"/>
            <a:ext cx="374904" cy="374904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3867912" y="3419856"/>
            <a:ext cx="7132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3867912" y="34198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Jobs</a:t>
            </a:r>
            <a:endParaRPr lang="en-US" sz="750" dirty="0"/>
          </a:p>
        </p:txBody>
      </p:sp>
      <p:sp>
        <p:nvSpPr>
          <p:cNvPr id="38" name="Text 31"/>
          <p:cNvSpPr/>
          <p:nvPr/>
        </p:nvSpPr>
        <p:spPr>
          <a:xfrm>
            <a:off x="3227832" y="393192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Part-time Jobs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3227832" y="426110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A94"/>
                </a:solidFill>
              </a:rPr>
              <a:t>Practical advice on finding and managing work as a student.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5989320" y="3291840"/>
            <a:ext cx="2651760" cy="1508760"/>
          </a:xfrm>
          <a:prstGeom prst="rect">
            <a:avLst/>
          </a:prstGeom>
          <a:solidFill>
            <a:srgbClr val="1A3A5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099048" y="3401568"/>
            <a:ext cx="502920" cy="502920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056" y="3465576"/>
            <a:ext cx="374904" cy="374904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6702552" y="3419856"/>
            <a:ext cx="713232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702552" y="34198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Permit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6062472" y="393192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Work Permit</a:t>
            </a:r>
            <a:endParaRPr lang="en-US" sz="1250" dirty="0"/>
          </a:p>
        </p:txBody>
      </p:sp>
      <p:sp>
        <p:nvSpPr>
          <p:cNvPr id="46" name="Text 38"/>
          <p:cNvSpPr/>
          <p:nvPr/>
        </p:nvSpPr>
        <p:spPr>
          <a:xfrm>
            <a:off x="6062472" y="4261104"/>
            <a:ext cx="2505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A7A94"/>
                </a:solidFill>
              </a:rPr>
              <a:t>Step-by-step HiKorea work permit application process.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</a:rPr>
              <a:t>Multimedia &amp; Community 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3931920" cy="3931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987552"/>
            <a:ext cx="1554480" cy="1554480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1426464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334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Multimedia Content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1546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8F7"/>
                </a:solidFill>
              </a:rPr>
              <a:t>Curated YouTube video walkthroughs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5935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8F7"/>
                </a:solidFill>
              </a:rPr>
              <a:t>TikTok short guides for quick tips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0325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8F7"/>
                </a:solidFill>
              </a:rPr>
              <a:t>"How to Study in Korea for Free" series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44714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8F7"/>
                </a:solidFill>
              </a:rPr>
              <a:t>Visual step-by-step process videos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868680"/>
            <a:ext cx="3931920" cy="3931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0" y="987552"/>
            <a:ext cx="1554480" cy="1554480"/>
          </a:xfrm>
          <a:prstGeom prst="ellipse">
            <a:avLst/>
          </a:prstGeom>
          <a:solidFill>
            <a:srgbClr val="9B2020"/>
          </a:solidFill>
          <a:ln w="12700">
            <a:solidFill>
              <a:srgbClr val="9B202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426464"/>
            <a:ext cx="676656" cy="6766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83480" y="26334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Community &amp; Support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983480" y="31546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Community page with verified organizations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983480" y="359359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Emergency contacts: labor rights &amp; embassy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983480" y="40325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Responsive design — mobile-first experience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983480" y="447141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Instant PDF downloads for critical guides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</a:rPr>
              <a:t>04  |  Technical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1600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2651760" cy="64008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298448"/>
            <a:ext cx="548640" cy="548640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408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920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HTML5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22860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94"/>
                </a:solidFill>
              </a:rPr>
              <a:t>Semantic markup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54680" y="1097280"/>
            <a:ext cx="2651760" cy="1600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54680" y="1097280"/>
            <a:ext cx="2651760" cy="64008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06240" y="1298448"/>
            <a:ext cx="548640" cy="548640"/>
          </a:xfrm>
          <a:prstGeom prst="ellipse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4081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54680" y="1920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CSS3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154680" y="22860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94"/>
                </a:solidFill>
              </a:rPr>
              <a:t>Custom props, Flexbox, Grid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989320" y="1097280"/>
            <a:ext cx="2651760" cy="1600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89320" y="1097280"/>
            <a:ext cx="2651760" cy="64008"/>
          </a:xfrm>
          <a:prstGeom prst="rect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040880" y="1298448"/>
            <a:ext cx="548640" cy="548640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4081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89320" y="1920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JavaScript ES6+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989320" y="22860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94"/>
                </a:solidFill>
              </a:rPr>
              <a:t>Vanilla JS, no frameworks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20040" y="2880360"/>
            <a:ext cx="2651760" cy="1600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20040" y="2880360"/>
            <a:ext cx="265176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371600" y="3081528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319125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20040" y="3703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Vercel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20040" y="40690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94"/>
                </a:solidFill>
              </a:rPr>
              <a:t>Auto GitHub deployment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154680" y="2880360"/>
            <a:ext cx="2651760" cy="1600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3154680" y="2880360"/>
            <a:ext cx="2651760" cy="64008"/>
          </a:xfrm>
          <a:prstGeom prst="rect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206240" y="3081528"/>
            <a:ext cx="548640" cy="548640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319125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154680" y="3703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Responsive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154680" y="40690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94"/>
                </a:solidFill>
              </a:rPr>
              <a:t>Mobile-first design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5989320" y="2880360"/>
            <a:ext cx="2651760" cy="1600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5989320" y="2880360"/>
            <a:ext cx="26517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7040880" y="3081528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319125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989320" y="3703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SVG Icons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5989320" y="40690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A94"/>
                </a:solidFill>
              </a:rPr>
              <a:t>GitHub, TikTok, YouTube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Project File Structure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389120" cy="4023360"/>
          </a:xfrm>
          <a:prstGeom prst="rect">
            <a:avLst/>
          </a:prstGeom>
          <a:solidFill>
            <a:srgbClr val="0A1520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961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KoreaSathi/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assets/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css/       ← Modular stylesheets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js/        ← App logic &amp; data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guides/    ← PDF resources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images/    ← Static visuals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8163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pages/         ← About, Guides,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364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Videos, Contact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639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partials/      ← Navbar, Footer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913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     ← Landing page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187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vercel.json    ← Deploy config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822960"/>
            <a:ext cx="3794760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84064" y="969264"/>
            <a:ext cx="548640" cy="548640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3792" y="1078992"/>
            <a:ext cx="329184" cy="32918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724144" y="8869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Dynamic Rendering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724144" y="122529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7A94"/>
                </a:solidFill>
              </a:rPr>
              <a:t>Guides loaded from guide-data.js JSON array — add new resources without touching HTML.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983480" y="1801368"/>
            <a:ext cx="3794760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84064" y="1947672"/>
            <a:ext cx="548640" cy="548640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2057400"/>
            <a:ext cx="329184" cy="32918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724144" y="18653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Component Reuse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724144" y="220370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7A94"/>
                </a:solidFill>
              </a:rPr>
              <a:t>partials/ directory maintains consistent navbar and footer across all pages.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983480" y="2779776"/>
            <a:ext cx="3794760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084064" y="2926080"/>
            <a:ext cx="548640" cy="548640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3035808"/>
            <a:ext cx="329184" cy="32918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724144" y="28437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SEO Optimized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724144" y="31821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7A94"/>
                </a:solidFill>
              </a:rPr>
              <a:t>Open Graph &amp; Twitter Card meta tags for better social media sharing and discoverability.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983480" y="3758184"/>
            <a:ext cx="3794760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084064" y="3904488"/>
            <a:ext cx="548640" cy="548640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4014216"/>
            <a:ext cx="329184" cy="32918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724144" y="38221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Minimal Footprint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724144" y="4160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A7A94"/>
                </a:solidFill>
              </a:rPr>
              <a:t>Zero framework dependencies — fast load times and lightweight codebase by design.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137"/>
                </a:solidFill>
              </a:rPr>
              <a:t>05  |  Future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26974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68680"/>
            <a:ext cx="2697480" cy="73152"/>
          </a:xfrm>
          <a:prstGeom prst="rect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9888" y="1024128"/>
            <a:ext cx="566928" cy="566928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9616" y="1133856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691640"/>
            <a:ext cx="1691640" cy="347472"/>
          </a:xfrm>
          <a:prstGeom prst="rect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91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210312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2137"/>
                </a:solidFill>
              </a:rPr>
              <a:t>Content Expansion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84632" y="26517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C3D"/>
                </a:solidFill>
              </a:rPr>
              <a:t>Health insurance guide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" y="31272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C3D"/>
                </a:solidFill>
              </a:rPr>
              <a:t>Driver's license conversion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" y="360273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C3D"/>
                </a:solidFill>
              </a:rPr>
              <a:t>Graduate school applications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" y="4078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C3D"/>
                </a:solidFill>
              </a:rPr>
              <a:t>Nepali UI translations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54680" y="868680"/>
            <a:ext cx="26974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54680" y="868680"/>
            <a:ext cx="2697480" cy="73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24528" y="1024128"/>
            <a:ext cx="566928" cy="56692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133856"/>
            <a:ext cx="347472" cy="34747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657600" y="1691640"/>
            <a:ext cx="16916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0" y="1691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246120" y="210312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2137"/>
                </a:solidFill>
              </a:rPr>
              <a:t>Community Engagement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3319272" y="26517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C3D"/>
                </a:solidFill>
              </a:rPr>
              <a:t>Student Q&amp;A forum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319272" y="31272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C3D"/>
                </a:solidFill>
              </a:rPr>
              <a:t>Networking platform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319272" y="360273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C3D"/>
                </a:solidFill>
              </a:rPr>
              <a:t>Interactive arrival checklist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319272" y="4078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C3D"/>
                </a:solidFill>
              </a:rPr>
              <a:t>Student progress tracker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989320" y="868680"/>
            <a:ext cx="269748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989320" y="868680"/>
            <a:ext cx="269748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059168" y="1024128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1133856"/>
            <a:ext cx="347472" cy="347472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492240" y="1691640"/>
            <a:ext cx="16916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492240" y="169164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080760" y="210312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2137"/>
                </a:solidFill>
              </a:rPr>
              <a:t>Technical Upgrades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6153912" y="26517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C3D"/>
                </a:solidFill>
              </a:rPr>
              <a:t>Progressive Web App (PWA)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153912" y="31272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C3D"/>
                </a:solidFill>
              </a:rPr>
              <a:t>Offline guide access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153912" y="360273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C3D"/>
                </a:solidFill>
              </a:rPr>
              <a:t>Automated newsletter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153912" y="40782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C3D"/>
                </a:solidFill>
              </a:rPr>
              <a:t>Immigration rule alerts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6B3C"/>
          </a:solidFill>
          <a:ln w="12700">
            <a:solidFill>
              <a:srgbClr val="1E6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06  |  Sustainability &amp; Community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337560"/>
          </a:xfrm>
          <a:prstGeom prst="rect">
            <a:avLst/>
          </a:prstGeom>
          <a:solidFill>
            <a:srgbClr val="1A3A5C"/>
          </a:solidFill>
          <a:ln w="12700">
            <a:solidFill>
              <a:srgbClr val="0F7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35608" y="1261872"/>
            <a:ext cx="566928" cy="566928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" y="137160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Open Source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D6E8F7"/>
                </a:solidFill>
              </a:rPr>
              <a:t>Encouraging student developers worldwide to contribute new features and fix bugs via GitHub.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097280"/>
            <a:ext cx="2697480" cy="3337560"/>
          </a:xfrm>
          <a:prstGeom prst="rect">
            <a:avLst/>
          </a:prstGeom>
          <a:solidFill>
            <a:srgbClr val="1A3A5C"/>
          </a:solidFill>
          <a:ln w="12700">
            <a:solidFill>
              <a:srgbClr val="F4A22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15968" y="1261872"/>
            <a:ext cx="566928" cy="566928"/>
          </a:xfrm>
          <a:prstGeom prst="ellipse">
            <a:avLst/>
          </a:prstGeom>
          <a:solidFill>
            <a:srgbClr val="F4A228"/>
          </a:solidFill>
          <a:ln w="12700">
            <a:solidFill>
              <a:srgbClr val="F4A22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37160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Volunteer Writers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38328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D6E8F7"/>
                </a:solidFill>
              </a:rPr>
              <a:t>Partnering with senior Nepali students in Korea to keep all guides accurate and up to date.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26480" y="1097280"/>
            <a:ext cx="2697480" cy="3337560"/>
          </a:xfrm>
          <a:prstGeom prst="rect">
            <a:avLst/>
          </a:prstGeom>
          <a:solidFill>
            <a:srgbClr val="1A3A5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96328" y="1261872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13716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1920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No-Ads Policy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63640" y="251460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D6E8F7"/>
                </a:solidFill>
              </a:rPr>
              <a:t>A 100% clean, non-commercial environment. No ads ever — purely focused on student welfare.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46177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7A94"/>
                </a:solidFill>
              </a:rPr>
              <a:t>KoreaSathi is not just a website — it's a movement built on trust, community, and student empowerment.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65760"/>
            <a:ext cx="2377440" cy="2377440"/>
          </a:xfrm>
          <a:prstGeom prst="ellipse">
            <a:avLst/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822960"/>
            <a:ext cx="1463040" cy="1463040"/>
          </a:xfrm>
          <a:prstGeom prst="ellipse">
            <a:avLst/>
          </a:prstGeom>
          <a:solidFill>
            <a:srgbClr val="0F7B8C"/>
          </a:solidFill>
          <a:ln w="12700">
            <a:solidFill>
              <a:srgbClr val="0F7B8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178040" y="114300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572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6E8F7"/>
                </a:solidFill>
              </a:rPr>
              <a:t>🇳🇵  →  🇰🇷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0040" y="9601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KoreaSathi</a:t>
            </a:r>
            <a:endParaRPr lang="en-US" sz="3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320040" y="2304288"/>
            <a:ext cx="18288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4688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D6E8F7"/>
                </a:solidFill>
              </a:rPr>
              <a:t>Every Nepali student in Korea deserves access to</a:t>
            </a:r>
            <a:endParaRPr lang="en-US" sz="13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D6E8F7"/>
                </a:solidFill>
              </a:rPr>
              <a:t>clear, reliable, and free information. KoreaSathi</a:t>
            </a:r>
            <a:endParaRPr lang="en-US" sz="13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D6E8F7"/>
                </a:solidFill>
              </a:rPr>
              <a:t>makes that a reality.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20040" y="3749040"/>
            <a:ext cx="160020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37490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⭐  Star on GitHub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057400" y="3749040"/>
            <a:ext cx="160020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57400" y="37490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🤝  Contribute a Guide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794760" y="3749040"/>
            <a:ext cx="160020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94760" y="374904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📣  Share with Students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20040" y="44805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7A94"/>
                </a:solidFill>
              </a:rPr>
              <a:t>Free • Open Source • Community-Driven • Built by Students, For Students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KoreaSathi – The Ultimate Student Hub for Korea</dc:title>
  <dc:subject>PptxGenJS Presentation</dc:subject>
  <dc:creator>KoreaSathi Team</dc:creator>
  <cp:lastModifiedBy>KoreaSathi Team</cp:lastModifiedBy>
  <cp:revision>1</cp:revision>
  <dcterms:created xsi:type="dcterms:W3CDTF">2026-05-28T04:45:52Z</dcterms:created>
  <dcterms:modified xsi:type="dcterms:W3CDTF">2026-05-28T04:45:52Z</dcterms:modified>
</cp:coreProperties>
</file>